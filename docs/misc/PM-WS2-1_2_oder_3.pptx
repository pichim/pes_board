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57" r:id="rId3"/>
    <p:sldId id="263" r:id="rId4"/>
    <p:sldId id="259" r:id="rId5"/>
    <p:sldId id="262" r:id="rId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9522332-CE49-4DA3-86A4-E77EEBB51A70}" v="11" dt="2026-03-03T15:13:01.4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552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uber Camille (hurc)" userId="7955033e-483e-4b5a-ae7e-21b6e229ef7d" providerId="ADAL" clId="{595DB1BC-1660-48F7-83F1-69BFD12B95E8}"/>
    <pc:docChg chg="undo custSel addSld delSld modSld">
      <pc:chgData name="Huber Camille (hurc)" userId="7955033e-483e-4b5a-ae7e-21b6e229ef7d" providerId="ADAL" clId="{595DB1BC-1660-48F7-83F1-69BFD12B95E8}" dt="2026-03-03T15:13:57.322" v="106" actId="2711"/>
      <pc:docMkLst>
        <pc:docMk/>
      </pc:docMkLst>
      <pc:sldChg chg="modSp mod">
        <pc:chgData name="Huber Camille (hurc)" userId="7955033e-483e-4b5a-ae7e-21b6e229ef7d" providerId="ADAL" clId="{595DB1BC-1660-48F7-83F1-69BFD12B95E8}" dt="2026-03-03T15:13:57.322" v="106" actId="2711"/>
        <pc:sldMkLst>
          <pc:docMk/>
          <pc:sldMk cId="434475590" sldId="257"/>
        </pc:sldMkLst>
        <pc:spChg chg="mod">
          <ac:chgData name="Huber Camille (hurc)" userId="7955033e-483e-4b5a-ae7e-21b6e229ef7d" providerId="ADAL" clId="{595DB1BC-1660-48F7-83F1-69BFD12B95E8}" dt="2026-03-03T15:13:57.322" v="106" actId="2711"/>
          <ac:spMkLst>
            <pc:docMk/>
            <pc:sldMk cId="434475590" sldId="257"/>
            <ac:spMk id="3" creationId="{46FC8CD7-8E64-BE60-CE65-8406C3D0A95E}"/>
          </ac:spMkLst>
        </pc:spChg>
      </pc:sldChg>
      <pc:sldChg chg="del">
        <pc:chgData name="Huber Camille (hurc)" userId="7955033e-483e-4b5a-ae7e-21b6e229ef7d" providerId="ADAL" clId="{595DB1BC-1660-48F7-83F1-69BFD12B95E8}" dt="2026-03-03T15:12:31.248" v="98" actId="47"/>
        <pc:sldMkLst>
          <pc:docMk/>
          <pc:sldMk cId="1324899887" sldId="258"/>
        </pc:sldMkLst>
      </pc:sldChg>
      <pc:sldChg chg="modSp mod">
        <pc:chgData name="Huber Camille (hurc)" userId="7955033e-483e-4b5a-ae7e-21b6e229ef7d" providerId="ADAL" clId="{595DB1BC-1660-48F7-83F1-69BFD12B95E8}" dt="2026-03-03T15:11:44.123" v="84" actId="27636"/>
        <pc:sldMkLst>
          <pc:docMk/>
          <pc:sldMk cId="529800335" sldId="259"/>
        </pc:sldMkLst>
        <pc:spChg chg="mod">
          <ac:chgData name="Huber Camille (hurc)" userId="7955033e-483e-4b5a-ae7e-21b6e229ef7d" providerId="ADAL" clId="{595DB1BC-1660-48F7-83F1-69BFD12B95E8}" dt="2026-03-03T15:11:44.123" v="84" actId="27636"/>
          <ac:spMkLst>
            <pc:docMk/>
            <pc:sldMk cId="529800335" sldId="259"/>
            <ac:spMk id="3" creationId="{4CD9F581-AF37-4B7D-8A7C-10C19DEC0625}"/>
          </ac:spMkLst>
        </pc:spChg>
      </pc:sldChg>
      <pc:sldChg chg="addSp delSp modSp del mod">
        <pc:chgData name="Huber Camille (hurc)" userId="7955033e-483e-4b5a-ae7e-21b6e229ef7d" providerId="ADAL" clId="{595DB1BC-1660-48F7-83F1-69BFD12B95E8}" dt="2026-03-03T15:12:10.886" v="94" actId="47"/>
        <pc:sldMkLst>
          <pc:docMk/>
          <pc:sldMk cId="1717554856" sldId="262"/>
        </pc:sldMkLst>
        <pc:spChg chg="mod">
          <ac:chgData name="Huber Camille (hurc)" userId="7955033e-483e-4b5a-ae7e-21b6e229ef7d" providerId="ADAL" clId="{595DB1BC-1660-48F7-83F1-69BFD12B95E8}" dt="2026-03-03T15:12:09.249" v="93"/>
          <ac:spMkLst>
            <pc:docMk/>
            <pc:sldMk cId="1717554856" sldId="262"/>
            <ac:spMk id="3" creationId="{8A964EA9-E927-F90B-3C59-D6A3E5BBCA12}"/>
          </ac:spMkLst>
        </pc:spChg>
        <pc:spChg chg="add del">
          <ac:chgData name="Huber Camille (hurc)" userId="7955033e-483e-4b5a-ae7e-21b6e229ef7d" providerId="ADAL" clId="{595DB1BC-1660-48F7-83F1-69BFD12B95E8}" dt="2026-03-03T15:12:01.328" v="88" actId="22"/>
          <ac:spMkLst>
            <pc:docMk/>
            <pc:sldMk cId="1717554856" sldId="262"/>
            <ac:spMk id="5" creationId="{D0812216-B506-8552-3EA0-9E1291C4ABAC}"/>
          </ac:spMkLst>
        </pc:spChg>
      </pc:sldChg>
      <pc:sldChg chg="modSp add mod modTransition">
        <pc:chgData name="Huber Camille (hurc)" userId="7955033e-483e-4b5a-ae7e-21b6e229ef7d" providerId="ADAL" clId="{595DB1BC-1660-48F7-83F1-69BFD12B95E8}" dt="2026-03-03T15:13:23.455" v="104" actId="207"/>
        <pc:sldMkLst>
          <pc:docMk/>
          <pc:sldMk cId="1902542404" sldId="262"/>
        </pc:sldMkLst>
        <pc:spChg chg="mod">
          <ac:chgData name="Huber Camille (hurc)" userId="7955033e-483e-4b5a-ae7e-21b6e229ef7d" providerId="ADAL" clId="{595DB1BC-1660-48F7-83F1-69BFD12B95E8}" dt="2026-03-03T15:13:23.455" v="104" actId="207"/>
          <ac:spMkLst>
            <pc:docMk/>
            <pc:sldMk cId="1902542404" sldId="262"/>
            <ac:spMk id="3" creationId="{6DA2E94D-AF7A-2BDB-CCF4-FFA1347EC6AE}"/>
          </ac:spMkLst>
        </pc:spChg>
      </pc:sldChg>
      <pc:sldChg chg="modSp add mod modTransition">
        <pc:chgData name="Huber Camille (hurc)" userId="7955033e-483e-4b5a-ae7e-21b6e229ef7d" providerId="ADAL" clId="{595DB1BC-1660-48F7-83F1-69BFD12B95E8}" dt="2026-03-03T15:13:43.807" v="105" actId="2711"/>
        <pc:sldMkLst>
          <pc:docMk/>
          <pc:sldMk cId="1204169440" sldId="263"/>
        </pc:sldMkLst>
        <pc:spChg chg="mod">
          <ac:chgData name="Huber Camille (hurc)" userId="7955033e-483e-4b5a-ae7e-21b6e229ef7d" providerId="ADAL" clId="{595DB1BC-1660-48F7-83F1-69BFD12B95E8}" dt="2026-03-03T15:13:43.807" v="105" actId="2711"/>
          <ac:spMkLst>
            <pc:docMk/>
            <pc:sldMk cId="1204169440" sldId="263"/>
            <ac:spMk id="3" creationId="{C054280F-6C77-358A-EB18-7640862545E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4D546D-3E84-D88E-25EF-844D40380E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6E46D96-0F5D-93CC-AE19-97A54DC0FD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BF2FA07-56F2-F869-634D-6504B2BFF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F00E9-D82E-4084-B41D-78A4468E89BE}" type="datetimeFigureOut">
              <a:rPr lang="de-CH" smtClean="0"/>
              <a:t>03.03.2026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4BF1E32-7C91-30F7-1174-C7950C975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4385B4D-7E48-A6DA-F78E-367BDFC85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86B65-5DCA-4C76-8608-BE726E12FF55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113750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9B96CE2-D788-B5DE-DB70-035D6D968B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FA8CFD1-BC15-5C62-F646-E371751288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A909073-FEFC-589F-9466-DC54B421E3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F00E9-D82E-4084-B41D-78A4468E89BE}" type="datetimeFigureOut">
              <a:rPr lang="de-CH" smtClean="0"/>
              <a:t>03.03.2026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E1FAD7F-A6DF-8098-5014-A97A6F967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1FBA9A3-D7AC-BC3F-BF0C-FB59E18F3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86B65-5DCA-4C76-8608-BE726E12FF55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299106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DE6FBF-61CC-C23F-365E-BC6540F57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FEE3AD6-0E24-FD4B-45A2-7F0A17200F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F5E7B6D-2A8E-6D0C-D7FF-3C1271F39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F00E9-D82E-4084-B41D-78A4468E89BE}" type="datetimeFigureOut">
              <a:rPr lang="de-CH" smtClean="0"/>
              <a:t>03.03.2026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D41A76C-D37F-CA54-3F0D-E3860432D2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A757685-CDD3-3816-90D3-3A7919FC4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86B65-5DCA-4C76-8608-BE726E12FF55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6293308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D03BA56-8F1D-9EA4-DE36-E6A8D246C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6507355-1FE3-4FEE-C968-F7FB768C2F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481F1EA-E399-A509-E33E-88A074F8F1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A383999-30E1-6855-3234-085C09D5A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F00E9-D82E-4084-B41D-78A4468E89BE}" type="datetimeFigureOut">
              <a:rPr lang="de-CH" smtClean="0"/>
              <a:t>03.03.2026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BCB73B9-E4BD-9242-C662-D36DA8BBC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9804A94-9A6E-BB64-1E24-B0258AB6B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86B65-5DCA-4C76-8608-BE726E12FF55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5878127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E3BA49C-DBBA-CA0A-0635-702EF28FF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5A2656C-CAAE-A267-155B-4548D54EED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DDAA385-9F11-C335-5BD5-8199AC145D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319D0310-42C9-2894-026F-AFE0EAB71E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2330C390-676F-2428-5B73-DB5BB1762D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7EE48BB3-8294-5E58-AD90-22430446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F00E9-D82E-4084-B41D-78A4468E89BE}" type="datetimeFigureOut">
              <a:rPr lang="de-CH" smtClean="0"/>
              <a:t>03.03.2026</a:t>
            </a:fld>
            <a:endParaRPr lang="de-CH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FA399B53-B41D-A1B4-88FD-BCCFE6786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0FF93425-1BED-2BBF-389E-F2845330A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86B65-5DCA-4C76-8608-BE726E12FF55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8462648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10CBB66-0F57-8DD4-4EFE-179DA2F65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DE4B258-54AC-AA0F-878A-D06CB5D9B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F00E9-D82E-4084-B41D-78A4468E89BE}" type="datetimeFigureOut">
              <a:rPr lang="de-CH" smtClean="0"/>
              <a:t>03.03.2026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1070699-4014-1BAC-5B97-68370C2DC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88F348F-8FD8-014C-ACEB-F8FFF5988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86B65-5DCA-4C76-8608-BE726E12FF55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549708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6EB6D7F6-92D3-2FF0-6400-1E0337000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F00E9-D82E-4084-B41D-78A4468E89BE}" type="datetimeFigureOut">
              <a:rPr lang="de-CH" smtClean="0"/>
              <a:t>03.03.2026</a:t>
            </a:fld>
            <a:endParaRPr lang="de-CH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B245FF3-5513-9E8D-1820-18E0A1796A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A4D7D85-BB7A-C257-C7B0-47B588D93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86B65-5DCA-4C76-8608-BE726E12FF55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663062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817BC61-2B8F-FED0-F39E-8A2F741D3D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5495C9F-006A-DF35-D2B4-5EBD7A7970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26CC21A-4749-13B0-0EA6-3DE14CE376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19C3B5A-19A0-2405-AA4C-0D2CC2021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F00E9-D82E-4084-B41D-78A4468E89BE}" type="datetimeFigureOut">
              <a:rPr lang="de-CH" smtClean="0"/>
              <a:t>03.03.2026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C912E58-3C78-6C78-1B7F-6DB37F3B1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1C90D26-A0CF-8E52-E8BA-AB0FCA694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86B65-5DCA-4C76-8608-BE726E12FF55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7567248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B3F9ABD-DE95-2D39-0AC6-D073A221E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8416D28E-7471-1D24-524A-86CC9A4C62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EA663BC-BB39-7A7E-7B2E-7AD903521F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80D9850-5AD9-EAAE-81C6-3A9BCAE34B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F00E9-D82E-4084-B41D-78A4468E89BE}" type="datetimeFigureOut">
              <a:rPr lang="de-CH" smtClean="0"/>
              <a:t>03.03.2026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0020638-6449-7B28-6584-9C8CFE1749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DC13F68-C94C-D427-3416-27D04E972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86B65-5DCA-4C76-8608-BE726E12FF55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9013633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6A09365-10FF-AAEB-A46E-9266B2406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B1954D7-0FA6-D579-1AC1-C07691C2C7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863EDB3-BA5F-47F7-8C5C-7B36525682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F00E9-D82E-4084-B41D-78A4468E89BE}" type="datetimeFigureOut">
              <a:rPr lang="de-CH" smtClean="0"/>
              <a:t>03.03.2026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3134037-7D39-65A6-507B-3F786F7AF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24FBC3D-0D18-3571-6ADC-9847231E0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86B65-5DCA-4C76-8608-BE726E12FF55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2518710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C25F4477-4C72-01B1-7704-E8073B84E8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197CAE07-C6D9-CEB5-EB29-1FD8B1E394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75781D2-D350-5D72-F81A-8885D6F33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F00E9-D82E-4084-B41D-78A4468E89BE}" type="datetimeFigureOut">
              <a:rPr lang="de-CH" smtClean="0"/>
              <a:t>03.03.2026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A6E7B2D-4591-B0B4-CCF6-4604B0236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22463D0-9B1B-C908-8A6E-DADC75566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86B65-5DCA-4C76-8608-BE726E12FF55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230993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B1FD697C-4731-3A87-7313-CD91B1BAD0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DEF3C77-9E52-6510-84E9-F9D0EAF522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862F9F5-5A76-D99F-31FD-31ADDAC496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4F00E9-D82E-4084-B41D-78A4468E89BE}" type="datetimeFigureOut">
              <a:rPr lang="de-CH" smtClean="0"/>
              <a:t>03.03.2026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04936A8-0FE9-D1C1-1C7D-306DC8D44C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00F0912-AE1A-6F2F-98AE-EB3E3A239A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C86B65-5DCA-4C76-8608-BE726E12FF55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47976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>
            <a:extLst>
              <a:ext uri="{FF2B5EF4-FFF2-40B4-BE49-F238E27FC236}">
                <a16:creationId xmlns:a16="http://schemas.microsoft.com/office/drawing/2014/main" id="{AFAF6C34-1548-F424-FF38-5086B8A7A2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0185" y="1419798"/>
            <a:ext cx="6311630" cy="40184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C5068B7F-4CCC-EFC0-4A01-5F9129C01B56}"/>
              </a:ext>
            </a:extLst>
          </p:cNvPr>
          <p:cNvSpPr txBox="1"/>
          <p:nvPr/>
        </p:nvSpPr>
        <p:spPr>
          <a:xfrm>
            <a:off x="8777280" y="6581001"/>
            <a:ext cx="34147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200" dirty="0"/>
              <a:t>Quelle: https://de.wikipedia.org/wiki/1,_2_oder_3</a:t>
            </a:r>
          </a:p>
        </p:txBody>
      </p:sp>
    </p:spTree>
    <p:extLst>
      <p:ext uri="{BB962C8B-B14F-4D97-AF65-F5344CB8AC3E}">
        <p14:creationId xmlns:p14="http://schemas.microsoft.com/office/powerpoint/2010/main" val="39676606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14A9F15-498B-9A62-8EFE-D81AEC7B8B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6FC8CD7-8E64-BE60-CE65-8406C3D0A9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What is the purpose of servo calibration (</a:t>
            </a:r>
            <a:r>
              <a:rPr lang="en-US" dirty="0" err="1">
                <a:latin typeface="Brougham" panose="02070409020205020404" pitchFamily="49" charset="0"/>
              </a:rPr>
              <a:t>calibratePulseMinMax</a:t>
            </a:r>
            <a:r>
              <a:rPr lang="en-US" dirty="0"/>
              <a:t>) before normal operation?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endParaRPr lang="de-CH" dirty="0"/>
          </a:p>
          <a:p>
            <a:pPr marL="0" indent="0">
              <a:buNone/>
            </a:pPr>
            <a:endParaRPr lang="de-CH" dirty="0"/>
          </a:p>
          <a:p>
            <a:pPr marL="514350" indent="-514350">
              <a:buAutoNum type="arabicPeriod"/>
            </a:pPr>
            <a:r>
              <a:rPr lang="en-US" dirty="0"/>
              <a:t>It sets servo-specific safe min/max pulse mapping so normalized commands are meaningful</a:t>
            </a:r>
          </a:p>
          <a:p>
            <a:pPr marL="514350" indent="-514350">
              <a:buAutoNum type="arabicPeriod"/>
            </a:pPr>
            <a:endParaRPr lang="en-US" dirty="0"/>
          </a:p>
          <a:p>
            <a:pPr marL="514350" indent="-514350">
              <a:buAutoNum type="arabicPeriod"/>
            </a:pPr>
            <a:r>
              <a:rPr lang="en-US" dirty="0"/>
              <a:t>It converts servo commands directly to degrees</a:t>
            </a:r>
          </a:p>
          <a:p>
            <a:pPr marL="514350" indent="-514350">
              <a:buAutoNum type="arabicPeriod"/>
            </a:pPr>
            <a:endParaRPr lang="en-US" dirty="0"/>
          </a:p>
          <a:p>
            <a:pPr marL="514350" indent="-514350">
              <a:buAutoNum type="arabicPeriod"/>
            </a:pPr>
            <a:r>
              <a:rPr lang="en-US" dirty="0"/>
              <a:t>It compensates for gearbox backlash so midpoints are mechanically precise</a:t>
            </a:r>
          </a:p>
          <a:p>
            <a:pPr marL="0" indent="0">
              <a:buNone/>
            </a:pPr>
            <a:endParaRPr lang="de-CH" dirty="0"/>
          </a:p>
          <a:p>
            <a:endParaRPr lang="de-CH" dirty="0"/>
          </a:p>
        </p:txBody>
      </p:sp>
      <p:pic>
        <p:nvPicPr>
          <p:cNvPr id="9" name="Picture 6">
            <a:extLst>
              <a:ext uri="{FF2B5EF4-FFF2-40B4-BE49-F238E27FC236}">
                <a16:creationId xmlns:a16="http://schemas.microsoft.com/office/drawing/2014/main" id="{1B039DBA-6899-A3B2-66BC-5003E25971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6350"/>
            <a:ext cx="2857500" cy="1819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344755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7F3D83-EEAA-C40E-DF5F-C5820490A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E9DE612-DFA9-06C1-2DD0-6206474D8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054280F-6C77-358A-EB18-7640862545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What is the purpose of servo calibration (</a:t>
            </a:r>
            <a:r>
              <a:rPr lang="en-US" dirty="0" err="1">
                <a:latin typeface="Brougham" panose="02070409020205020404" pitchFamily="49" charset="0"/>
              </a:rPr>
              <a:t>calibratePulseMinMax</a:t>
            </a:r>
            <a:r>
              <a:rPr lang="en-US" dirty="0"/>
              <a:t>) before normal operation?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endParaRPr lang="de-CH" dirty="0"/>
          </a:p>
          <a:p>
            <a:pPr marL="0" indent="0">
              <a:buNone/>
            </a:pPr>
            <a:endParaRPr lang="de-CH" dirty="0"/>
          </a:p>
          <a:p>
            <a:pPr marL="514350" indent="-514350">
              <a:buAutoNum type="arabicPeriod"/>
            </a:pPr>
            <a:r>
              <a:rPr lang="en-US" dirty="0"/>
              <a:t>It sets servo-specific safe min/max pulse mapping so normalized commands are meaningful</a:t>
            </a:r>
          </a:p>
          <a:p>
            <a:pPr marL="514350" indent="-514350">
              <a:buAutoNum type="arabicPeriod"/>
            </a:pPr>
            <a:endParaRPr lang="en-US" dirty="0"/>
          </a:p>
          <a:p>
            <a:pPr marL="514350" indent="-514350"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It converts servo commands directly to degrees</a:t>
            </a:r>
          </a:p>
          <a:p>
            <a:pPr marL="514350" indent="-514350">
              <a:buAutoNum type="arabicPeriod"/>
            </a:pPr>
            <a:endParaRPr lang="en-US" dirty="0">
              <a:solidFill>
                <a:schemeClr val="bg1"/>
              </a:solidFill>
            </a:endParaRPr>
          </a:p>
          <a:p>
            <a:pPr marL="514350" indent="-514350"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It compensates for gearbox backlash so midpoints are mechanically precise</a:t>
            </a:r>
          </a:p>
          <a:p>
            <a:pPr marL="0" indent="0">
              <a:buNone/>
            </a:pPr>
            <a:endParaRPr lang="de-CH" dirty="0"/>
          </a:p>
          <a:p>
            <a:endParaRPr lang="de-CH" dirty="0"/>
          </a:p>
        </p:txBody>
      </p:sp>
      <p:pic>
        <p:nvPicPr>
          <p:cNvPr id="9" name="Picture 6">
            <a:extLst>
              <a:ext uri="{FF2B5EF4-FFF2-40B4-BE49-F238E27FC236}">
                <a16:creationId xmlns:a16="http://schemas.microsoft.com/office/drawing/2014/main" id="{AA19A313-8253-C0E4-E606-03AC836015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6350"/>
            <a:ext cx="2857500" cy="1819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041694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CD0C48-C114-B68C-7D4C-EE9B12029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4CAEEF3-CDCF-E064-4731-F9474B7CB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CD9F581-AF37-4B7D-8A7C-10C19DEC06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In the ultrasonic driver workflow, what does </a:t>
            </a:r>
            <a:r>
              <a:rPr lang="en-US" dirty="0" err="1">
                <a:latin typeface="Brougham" panose="02070409020205020404" pitchFamily="49" charset="0"/>
              </a:rPr>
              <a:t>us_sensor.read</a:t>
            </a:r>
            <a:r>
              <a:rPr lang="en-US" dirty="0">
                <a:latin typeface="Brougham" panose="02070409020205020404" pitchFamily="49" charset="0"/>
              </a:rPr>
              <a:t>()</a:t>
            </a:r>
            <a:r>
              <a:rPr lang="en-US" dirty="0"/>
              <a:t> returning </a:t>
            </a:r>
            <a:r>
              <a:rPr lang="en-US" dirty="0">
                <a:latin typeface="Brougham" panose="02070409020205020404" pitchFamily="49" charset="0"/>
              </a:rPr>
              <a:t>-1.0f</a:t>
            </a:r>
            <a:r>
              <a:rPr lang="en-US" dirty="0"/>
              <a:t> mean?</a:t>
            </a:r>
          </a:p>
          <a:p>
            <a:pPr marL="0" indent="0">
              <a:buNone/>
            </a:pPr>
            <a:endParaRPr lang="de-CH" dirty="0"/>
          </a:p>
          <a:p>
            <a:pPr marL="0" indent="0">
              <a:buNone/>
            </a:pPr>
            <a:endParaRPr lang="de-CH" dirty="0"/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de-CH" dirty="0"/>
              <a:t> </a:t>
            </a:r>
            <a:r>
              <a:rPr lang="en-US" dirty="0"/>
              <a:t>The object is exactly at -1 cm</a:t>
            </a:r>
            <a:endParaRPr lang="de-CH" dirty="0">
              <a:latin typeface="Brougham" panose="02070409020205020404" pitchFamily="49" charset="0"/>
            </a:endParaRPr>
          </a:p>
          <a:p>
            <a:pPr marL="514350" indent="-514350">
              <a:buFont typeface="Arial" panose="020B0604020202020204" pitchFamily="34" charset="0"/>
              <a:buAutoNum type="arabicPeriod"/>
            </a:pPr>
            <a:endParaRPr lang="de-CH" dirty="0">
              <a:latin typeface="Brougham" panose="02070409020205020404" pitchFamily="49" charset="0"/>
            </a:endParaRP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dirty="0"/>
              <a:t>The sensor is still settling after a trigger and is not ready to report yet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endParaRPr lang="en-US" dirty="0"/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dirty="0"/>
              <a:t>No new valid measurement is currently available</a:t>
            </a:r>
          </a:p>
          <a:p>
            <a:pPr marL="0" indent="0">
              <a:buNone/>
            </a:pPr>
            <a:endParaRPr lang="de-CH" dirty="0"/>
          </a:p>
        </p:txBody>
      </p:sp>
      <p:pic>
        <p:nvPicPr>
          <p:cNvPr id="9" name="Picture 6">
            <a:extLst>
              <a:ext uri="{FF2B5EF4-FFF2-40B4-BE49-F238E27FC236}">
                <a16:creationId xmlns:a16="http://schemas.microsoft.com/office/drawing/2014/main" id="{F2B13BB5-4E45-4FAD-BBAB-190AD93507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6350"/>
            <a:ext cx="2857500" cy="1819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98003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8D450B-ADB7-93FD-703F-80F8021AA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7625F67-6A86-7EB3-75BA-1C136E485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DA2E94D-AF7A-2BDB-CCF4-FFA1347EC6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In the ultrasonic driver workflow, what does </a:t>
            </a:r>
            <a:r>
              <a:rPr lang="en-US" dirty="0" err="1">
                <a:latin typeface="Brougham" panose="02070409020205020404" pitchFamily="49" charset="0"/>
              </a:rPr>
              <a:t>us_sensor.read</a:t>
            </a:r>
            <a:r>
              <a:rPr lang="en-US" dirty="0">
                <a:latin typeface="Brougham" panose="02070409020205020404" pitchFamily="49" charset="0"/>
              </a:rPr>
              <a:t>()</a:t>
            </a:r>
            <a:r>
              <a:rPr lang="en-US" dirty="0"/>
              <a:t> returning </a:t>
            </a:r>
            <a:r>
              <a:rPr lang="en-US" dirty="0">
                <a:latin typeface="Brougham" panose="02070409020205020404" pitchFamily="49" charset="0"/>
              </a:rPr>
              <a:t>-1.0f</a:t>
            </a:r>
            <a:r>
              <a:rPr lang="en-US" dirty="0"/>
              <a:t> mean?</a:t>
            </a:r>
          </a:p>
          <a:p>
            <a:pPr marL="0" indent="0">
              <a:buNone/>
            </a:pPr>
            <a:endParaRPr lang="de-CH" dirty="0"/>
          </a:p>
          <a:p>
            <a:pPr marL="0" indent="0">
              <a:buNone/>
            </a:pPr>
            <a:endParaRPr lang="de-CH" dirty="0"/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de-CH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The object is exactly at -1 cm</a:t>
            </a:r>
            <a:endParaRPr lang="de-CH" dirty="0">
              <a:solidFill>
                <a:schemeClr val="bg1"/>
              </a:solidFill>
              <a:latin typeface="Brougham" panose="02070409020205020404" pitchFamily="49" charset="0"/>
            </a:endParaRPr>
          </a:p>
          <a:p>
            <a:pPr marL="514350" indent="-514350">
              <a:buFont typeface="Arial" panose="020B0604020202020204" pitchFamily="34" charset="0"/>
              <a:buAutoNum type="arabicPeriod"/>
            </a:pPr>
            <a:endParaRPr lang="de-CH" dirty="0">
              <a:latin typeface="Brougham" panose="02070409020205020404" pitchFamily="49" charset="0"/>
            </a:endParaRP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The sensor is still settling after a trigger and is not ready to report yet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endParaRPr lang="en-US" dirty="0"/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dirty="0"/>
              <a:t>No new valid measurement is currently available</a:t>
            </a:r>
          </a:p>
          <a:p>
            <a:pPr marL="0" indent="0">
              <a:buNone/>
            </a:pPr>
            <a:endParaRPr lang="de-CH" dirty="0"/>
          </a:p>
        </p:txBody>
      </p:sp>
      <p:pic>
        <p:nvPicPr>
          <p:cNvPr id="9" name="Picture 6">
            <a:extLst>
              <a:ext uri="{FF2B5EF4-FFF2-40B4-BE49-F238E27FC236}">
                <a16:creationId xmlns:a16="http://schemas.microsoft.com/office/drawing/2014/main" id="{BD867197-4711-0054-F0CB-76DD1041B4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6350"/>
            <a:ext cx="2857500" cy="1819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25424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211</Words>
  <Application>Microsoft Office PowerPoint</Application>
  <PresentationFormat>Breitbild</PresentationFormat>
  <Paragraphs>33</Paragraphs>
  <Slides>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Brougham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Huber Camille (hurc)</dc:creator>
  <cp:lastModifiedBy>Huber Camille (hurc)</cp:lastModifiedBy>
  <cp:revision>2</cp:revision>
  <dcterms:created xsi:type="dcterms:W3CDTF">2026-02-24T15:37:08Z</dcterms:created>
  <dcterms:modified xsi:type="dcterms:W3CDTF">2026-03-03T15:13:59Z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0d9bad3-6dac-4e9a-89a3-89f3b8d247b2_Enabled">
    <vt:lpwstr>true</vt:lpwstr>
  </property>
  <property fmtid="{D5CDD505-2E9C-101B-9397-08002B2CF9AE}" pid="3" name="MSIP_Label_10d9bad3-6dac-4e9a-89a3-89f3b8d247b2_SetDate">
    <vt:lpwstr>2026-02-24T15:39:52Z</vt:lpwstr>
  </property>
  <property fmtid="{D5CDD505-2E9C-101B-9397-08002B2CF9AE}" pid="4" name="MSIP_Label_10d9bad3-6dac-4e9a-89a3-89f3b8d247b2_Method">
    <vt:lpwstr>Standard</vt:lpwstr>
  </property>
  <property fmtid="{D5CDD505-2E9C-101B-9397-08002B2CF9AE}" pid="5" name="MSIP_Label_10d9bad3-6dac-4e9a-89a3-89f3b8d247b2_Name">
    <vt:lpwstr>10d9bad3-6dac-4e9a-89a3-89f3b8d247b2</vt:lpwstr>
  </property>
  <property fmtid="{D5CDD505-2E9C-101B-9397-08002B2CF9AE}" pid="6" name="MSIP_Label_10d9bad3-6dac-4e9a-89a3-89f3b8d247b2_SiteId">
    <vt:lpwstr>5d1a9f9d-201f-4a10-b983-451cf65cbc1e</vt:lpwstr>
  </property>
  <property fmtid="{D5CDD505-2E9C-101B-9397-08002B2CF9AE}" pid="7" name="MSIP_Label_10d9bad3-6dac-4e9a-89a3-89f3b8d247b2_ActionId">
    <vt:lpwstr>bc7a904a-c8fa-4e5b-a3fd-e0317ed89159</vt:lpwstr>
  </property>
  <property fmtid="{D5CDD505-2E9C-101B-9397-08002B2CF9AE}" pid="8" name="MSIP_Label_10d9bad3-6dac-4e9a-89a3-89f3b8d247b2_ContentBits">
    <vt:lpwstr>0</vt:lpwstr>
  </property>
  <property fmtid="{D5CDD505-2E9C-101B-9397-08002B2CF9AE}" pid="9" name="MSIP_Label_10d9bad3-6dac-4e9a-89a3-89f3b8d247b2_Tag">
    <vt:lpwstr>10, 3, 0, 1</vt:lpwstr>
  </property>
</Properties>
</file>