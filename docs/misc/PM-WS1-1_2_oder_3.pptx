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A3D027-E0CF-4338-97B9-A8C1BB6C4768}" v="4" dt="2026-03-03T15:08:16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ber Camille (hurc)" userId="7955033e-483e-4b5a-ae7e-21b6e229ef7d" providerId="ADAL" clId="{595DB1BC-1660-48F7-83F1-69BFD12B95E8}"/>
    <pc:docChg chg="custSel modSld">
      <pc:chgData name="Huber Camille (hurc)" userId="7955033e-483e-4b5a-ae7e-21b6e229ef7d" providerId="ADAL" clId="{595DB1BC-1660-48F7-83F1-69BFD12B95E8}" dt="2026-03-03T15:08:22.821" v="11" actId="5793"/>
      <pc:docMkLst>
        <pc:docMk/>
      </pc:docMkLst>
      <pc:sldChg chg="modSp mod">
        <pc:chgData name="Huber Camille (hurc)" userId="7955033e-483e-4b5a-ae7e-21b6e229ef7d" providerId="ADAL" clId="{595DB1BC-1660-48F7-83F1-69BFD12B95E8}" dt="2026-03-03T15:08:22.821" v="11" actId="5793"/>
        <pc:sldMkLst>
          <pc:docMk/>
          <pc:sldMk cId="434475590" sldId="257"/>
        </pc:sldMkLst>
        <pc:spChg chg="mod">
          <ac:chgData name="Huber Camille (hurc)" userId="7955033e-483e-4b5a-ae7e-21b6e229ef7d" providerId="ADAL" clId="{595DB1BC-1660-48F7-83F1-69BFD12B95E8}" dt="2026-03-03T15:08:22.821" v="11" actId="5793"/>
          <ac:spMkLst>
            <pc:docMk/>
            <pc:sldMk cId="434475590" sldId="257"/>
            <ac:spMk id="3" creationId="{46FC8CD7-8E64-BE60-CE65-8406C3D0A95E}"/>
          </ac:spMkLst>
        </pc:spChg>
      </pc:sldChg>
      <pc:sldChg chg="modSp mod">
        <pc:chgData name="Huber Camille (hurc)" userId="7955033e-483e-4b5a-ae7e-21b6e229ef7d" providerId="ADAL" clId="{595DB1BC-1660-48F7-83F1-69BFD12B95E8}" dt="2026-02-24T15:53:53.543" v="5" actId="20577"/>
        <pc:sldMkLst>
          <pc:docMk/>
          <pc:sldMk cId="529800335" sldId="259"/>
        </pc:sldMkLst>
        <pc:spChg chg="mod">
          <ac:chgData name="Huber Camille (hurc)" userId="7955033e-483e-4b5a-ae7e-21b6e229ef7d" providerId="ADAL" clId="{595DB1BC-1660-48F7-83F1-69BFD12B95E8}" dt="2026-02-24T15:53:53.543" v="5" actId="20577"/>
          <ac:spMkLst>
            <pc:docMk/>
            <pc:sldMk cId="529800335" sldId="259"/>
            <ac:spMk id="3" creationId="{4CD9F581-AF37-4B7D-8A7C-10C19DEC062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D546D-3E84-D88E-25EF-844D4038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E46D96-0F5D-93CC-AE19-97A54DC0F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F2FA07-56F2-F869-634D-6504B2BF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BF1E32-7C91-30F7-1174-C7950C97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385B4D-7E48-A6DA-F78E-367BDFC8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37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96CE2-D788-B5DE-DB70-035D6D96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A8CFD1-BC15-5C62-F646-E3717512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09073-FEFC-589F-9466-DC54B421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1FAD7F-A6DF-8098-5014-A97A6F96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FBA9A3-D7AC-BC3F-BF0C-FB59E18F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910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E6FBF-61CC-C23F-365E-BC6540F5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EE3AD6-0E24-FD4B-45A2-7F0A17200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E7B6D-2A8E-6D0C-D7FF-3C1271F3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1A76C-D37F-CA54-3F0D-E3860432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757685-CDD3-3816-90D3-3A7919FC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933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3BA56-8F1D-9EA4-DE36-E6A8D246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07355-1FE3-4FEE-C968-F7FB768C2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81F1EA-E399-A509-E33E-88A074F8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383999-30E1-6855-3234-085C09D5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CB73B9-E4BD-9242-C662-D36DA8BB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804A94-9A6E-BB64-1E24-B0258AB6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781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BA49C-DBBA-CA0A-0635-702EF28F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A2656C-CAAE-A267-155B-4548D54EE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DAA385-9F11-C335-5BD5-8199AC145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9D0310-42C9-2894-026F-AFE0EAB71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30C390-676F-2428-5B73-DB5BB1762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E48BB3-8294-5E58-AD90-22430446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A399B53-B41D-A1B4-88FD-BCCFE678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F93425-1BED-2BBF-389E-F2845330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626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CBB66-0F57-8DD4-4EFE-179DA2F6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E4B258-54AC-AA0F-878A-D06CB5D9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070699-4014-1BAC-5B97-68370C2D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8F348F-8FD8-014C-ACEB-F8FFF598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970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B6D7F6-92D3-2FF0-6400-1E033700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245FF3-5513-9E8D-1820-18E0A179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4D7D85-BB7A-C257-C7B0-47B588D9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63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7BC61-2B8F-FED0-F39E-8A2F741D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495C9F-006A-DF35-D2B4-5EBD7A79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6CC21A-4749-13B0-0EA6-3DE14CE37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C3B5A-19A0-2405-AA4C-0D2CC202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912E58-3C78-6C78-1B7F-6DB37F3B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C90D26-A0CF-8E52-E8BA-AB0FCA69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672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F9ABD-DE95-2D39-0AC6-D073A221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16D28E-7471-1D24-524A-86CC9A4C6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A663BC-BB39-7A7E-7B2E-7AD903521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D9850-5AD9-EAAE-81C6-3A9BCAE3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020638-6449-7B28-6584-9C8CFE17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C13F68-C94C-D427-3416-27D04E97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0136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09365-10FF-AAEB-A46E-9266B240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1954D7-0FA6-D579-1AC1-C07691C2C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63EDB3-BA5F-47F7-8C5C-7B365256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134037-7D39-65A6-507B-3F786F7A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4FBC3D-0D18-3571-6ADC-9847231E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187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5F4477-4C72-01B1-7704-E8073B84E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7CAE07-C6D9-CEB5-EB29-1FD8B1E39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5781D2-D350-5D72-F81A-8885D6F3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6E7B2D-4591-B0B4-CCF6-4604B023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2463D0-9B1B-C908-8A6E-DADC7556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0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FD697C-4731-3A87-7313-CD91B1BA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EF3C77-9E52-6510-84E9-F9D0EAF52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62F9F5-5A76-D99F-31FD-31ADDAC49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F00E9-D82E-4084-B41D-78A4468E89BE}" type="datetimeFigureOut">
              <a:rPr lang="de-CH" smtClean="0"/>
              <a:t>23.06.2026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936A8-0FE9-D1C1-1C7D-306DC8D44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0F0912-AE1A-6F2F-98AE-EB3E3A239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86B65-5DCA-4C76-8608-BE726E12FF5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79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AFAF6C34-1548-F424-FF38-5086B8A7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185" y="1419798"/>
            <a:ext cx="6311630" cy="401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5068B7F-4CCC-EFC0-4A01-5F9129C01B56}"/>
              </a:ext>
            </a:extLst>
          </p:cNvPr>
          <p:cNvSpPr txBox="1"/>
          <p:nvPr/>
        </p:nvSpPr>
        <p:spPr>
          <a:xfrm>
            <a:off x="8777280" y="6581001"/>
            <a:ext cx="3414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/>
              <a:t>Quelle: https://de.wikipedia.org/wiki/1,_2_oder_3</a:t>
            </a:r>
          </a:p>
        </p:txBody>
      </p:sp>
    </p:spTree>
    <p:extLst>
      <p:ext uri="{BB962C8B-B14F-4D97-AF65-F5344CB8AC3E}">
        <p14:creationId xmlns:p14="http://schemas.microsoft.com/office/powerpoint/2010/main" val="396766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A9F15-498B-9A62-8EFE-D81AEC7B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FC8CD7-8E64-BE60-CE65-8406C3D0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Why is a flow chart created before coding a robot task?</a:t>
            </a:r>
            <a:endParaRPr lang="de-CH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AutoNum type="arabicPeriod"/>
            </a:pPr>
            <a:r>
              <a:rPr lang="en-US" dirty="0"/>
              <a:t>It removes the need for testing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 It helps define states/transitions and catch logic issues early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e-CH" dirty="0"/>
              <a:t>3.  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guarantees</a:t>
            </a:r>
            <a:r>
              <a:rPr lang="de-CH" dirty="0"/>
              <a:t> bug-</a:t>
            </a:r>
            <a:r>
              <a:rPr lang="de-CH" dirty="0" err="1"/>
              <a:t>free</a:t>
            </a:r>
            <a:r>
              <a:rPr lang="de-CH" dirty="0"/>
              <a:t> </a:t>
            </a:r>
            <a:r>
              <a:rPr lang="de-CH" dirty="0" err="1"/>
              <a:t>implementation</a:t>
            </a:r>
            <a:r>
              <a:rPr lang="de-CH" dirty="0"/>
              <a:t>  </a:t>
            </a:r>
          </a:p>
          <a:p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B039DBA-6899-A3B2-66BC-5003E259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47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1E63-744E-3604-5B6E-B2DDCB17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C62D3-A5E3-D928-E6D1-D850A92A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141EE3-ED78-C9F9-70BA-A1F7C9652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is a flow chart created before coding a robot task?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 It helps define states/transitions and catch logic issues early</a:t>
            </a:r>
          </a:p>
          <a:p>
            <a:pPr marL="0" indent="0">
              <a:buNone/>
            </a:pPr>
            <a:endParaRPr lang="en-US" dirty="0"/>
          </a:p>
          <a:p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CBE1A80-3476-3794-568C-A9FCB7C7A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89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0C48-C114-B68C-7D4C-EE9B120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AEEF3-CDCF-E064-4731-F9474B7C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D9F581-AF37-4B7D-8A7C-10C19DEC0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Brougham" panose="02070409020205020404" pitchFamily="49" charset="0"/>
              </a:rPr>
              <a:t>AnalogIn.read</a:t>
            </a:r>
            <a:r>
              <a:rPr lang="en-US" dirty="0">
                <a:latin typeface="Brougham" panose="02070409020205020404" pitchFamily="49" charset="0"/>
              </a:rPr>
              <a:t>()</a:t>
            </a:r>
            <a:r>
              <a:rPr lang="en-US" dirty="0"/>
              <a:t> returns 0.0...1.0 . What converts this to millivolts as used in the workshop?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e-CH" dirty="0"/>
              <a:t> </a:t>
            </a:r>
            <a:r>
              <a:rPr lang="de-CH" dirty="0" err="1">
                <a:latin typeface="Brougham" panose="02070409020205020404" pitchFamily="49" charset="0"/>
              </a:rPr>
              <a:t>ir_mV</a:t>
            </a:r>
            <a:r>
              <a:rPr lang="de-CH" dirty="0">
                <a:latin typeface="Brougham" panose="02070409020205020404" pitchFamily="49" charset="0"/>
              </a:rPr>
              <a:t> = </a:t>
            </a:r>
            <a:r>
              <a:rPr lang="en-US" dirty="0" err="1">
                <a:latin typeface="Brougham" panose="02070409020205020404" pitchFamily="49" charset="0"/>
              </a:rPr>
              <a:t>AnalogIn</a:t>
            </a:r>
            <a:r>
              <a:rPr lang="en-US" dirty="0">
                <a:latin typeface="Brougham" panose="02070409020205020404" pitchFamily="49" charset="0"/>
              </a:rPr>
              <a:t>.</a:t>
            </a:r>
            <a:r>
              <a:rPr lang="de-CH" dirty="0" err="1">
                <a:latin typeface="Brougham" panose="02070409020205020404" pitchFamily="49" charset="0"/>
              </a:rPr>
              <a:t>read</a:t>
            </a:r>
            <a:r>
              <a:rPr lang="de-CH" dirty="0">
                <a:latin typeface="Brougham" panose="02070409020205020404" pitchFamily="49" charset="0"/>
              </a:rPr>
              <a:t>()*1000;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  </a:t>
            </a:r>
            <a:r>
              <a:rPr lang="de-CH" dirty="0" err="1">
                <a:latin typeface="Brougham" panose="02070409020205020404" pitchFamily="49" charset="0"/>
              </a:rPr>
              <a:t>ir_mV</a:t>
            </a:r>
            <a:r>
              <a:rPr lang="de-CH" dirty="0">
                <a:latin typeface="Brougham" panose="02070409020205020404" pitchFamily="49" charset="0"/>
              </a:rPr>
              <a:t> = </a:t>
            </a:r>
            <a:r>
              <a:rPr lang="en-US" dirty="0" err="1">
                <a:latin typeface="Brougham" panose="02070409020205020404" pitchFamily="49" charset="0"/>
              </a:rPr>
              <a:t>AnalogIn</a:t>
            </a:r>
            <a:r>
              <a:rPr lang="en-US" dirty="0">
                <a:latin typeface="Brougham" panose="02070409020205020404" pitchFamily="49" charset="0"/>
              </a:rPr>
              <a:t>.</a:t>
            </a:r>
            <a:r>
              <a:rPr lang="de-CH" dirty="0" err="1">
                <a:latin typeface="Brougham" panose="02070409020205020404" pitchFamily="49" charset="0"/>
              </a:rPr>
              <a:t>read</a:t>
            </a:r>
            <a:r>
              <a:rPr lang="de-CH" dirty="0">
                <a:latin typeface="Brougham" panose="02070409020205020404" pitchFamily="49" charset="0"/>
              </a:rPr>
              <a:t>()*3.3*1000;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e-CH" dirty="0"/>
              <a:t>3.    </a:t>
            </a:r>
            <a:r>
              <a:rPr lang="de-CH" dirty="0" err="1">
                <a:latin typeface="Brougham" panose="02070409020205020404" pitchFamily="49" charset="0"/>
              </a:rPr>
              <a:t>ir_mV</a:t>
            </a:r>
            <a:r>
              <a:rPr lang="de-CH" dirty="0">
                <a:latin typeface="Brougham" panose="02070409020205020404" pitchFamily="49" charset="0"/>
              </a:rPr>
              <a:t> = </a:t>
            </a:r>
            <a:r>
              <a:rPr lang="en-US" dirty="0" err="1">
                <a:latin typeface="Brougham" panose="02070409020205020404" pitchFamily="49" charset="0"/>
              </a:rPr>
              <a:t>AnalogIn</a:t>
            </a:r>
            <a:r>
              <a:rPr lang="en-US" dirty="0">
                <a:latin typeface="Brougham" panose="02070409020205020404" pitchFamily="49" charset="0"/>
              </a:rPr>
              <a:t>.</a:t>
            </a:r>
            <a:r>
              <a:rPr lang="de-CH" dirty="0" err="1">
                <a:latin typeface="Brougham" panose="02070409020205020404" pitchFamily="49" charset="0"/>
              </a:rPr>
              <a:t>read</a:t>
            </a:r>
            <a:r>
              <a:rPr lang="de-CH" dirty="0">
                <a:latin typeface="Brougham" panose="02070409020205020404" pitchFamily="49" charset="0"/>
              </a:rPr>
              <a:t>()/3.3*1000;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F2B13BB5-4E45-4FAD-BBAB-190AD9350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80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0911-C0BF-9937-10AC-80950778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C2A37-B2CE-4B8B-88CC-144725F1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964EA9-E927-F90B-3C59-D6A3E5BBC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Brougham" panose="02070409020205020404" pitchFamily="49" charset="0"/>
              </a:rPr>
              <a:t>AnalogIn.read</a:t>
            </a:r>
            <a:r>
              <a:rPr lang="en-US" dirty="0">
                <a:latin typeface="Brougham" panose="02070409020205020404" pitchFamily="49" charset="0"/>
              </a:rPr>
              <a:t>()</a:t>
            </a:r>
            <a:r>
              <a:rPr lang="en-US" dirty="0"/>
              <a:t> returns 0.0...1.0 . What converts this to millivolts as used in the workshop?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e-CH" dirty="0">
                <a:solidFill>
                  <a:schemeClr val="bg1"/>
                </a:solidFill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Brougham" panose="02070409020205020404" pitchFamily="49" charset="0"/>
              </a:rPr>
              <a:t>ir_mV</a:t>
            </a:r>
            <a:r>
              <a:rPr lang="de-CH" dirty="0">
                <a:solidFill>
                  <a:schemeClr val="bg1"/>
                </a:solidFill>
                <a:latin typeface="Brougham" panose="02070409020205020404" pitchFamily="49" charset="0"/>
              </a:rPr>
              <a:t> = </a:t>
            </a:r>
            <a:r>
              <a:rPr lang="de-CH" dirty="0" err="1">
                <a:solidFill>
                  <a:schemeClr val="bg1"/>
                </a:solidFill>
                <a:latin typeface="Brougham" panose="02070409020205020404" pitchFamily="49" charset="0"/>
              </a:rPr>
              <a:t>read</a:t>
            </a:r>
            <a:r>
              <a:rPr lang="de-CH" dirty="0">
                <a:solidFill>
                  <a:schemeClr val="bg1"/>
                </a:solidFill>
                <a:latin typeface="Brougham" panose="02070409020205020404" pitchFamily="49" charset="0"/>
              </a:rPr>
              <a:t>()*1000;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  </a:t>
            </a:r>
            <a:r>
              <a:rPr lang="de-CH" dirty="0" err="1">
                <a:latin typeface="Brougham" panose="02070409020205020404" pitchFamily="49" charset="0"/>
              </a:rPr>
              <a:t>ir_mV</a:t>
            </a:r>
            <a:r>
              <a:rPr lang="de-CH" dirty="0">
                <a:latin typeface="Brougham" panose="02070409020205020404" pitchFamily="49" charset="0"/>
              </a:rPr>
              <a:t> = </a:t>
            </a:r>
            <a:r>
              <a:rPr lang="de-CH" dirty="0" err="1">
                <a:latin typeface="Brougham" panose="02070409020205020404" pitchFamily="49" charset="0"/>
              </a:rPr>
              <a:t>read</a:t>
            </a:r>
            <a:r>
              <a:rPr lang="de-CH" dirty="0">
                <a:latin typeface="Brougham" panose="02070409020205020404" pitchFamily="49" charset="0"/>
              </a:rPr>
              <a:t>()*3.3*1000;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de-CH" dirty="0">
                <a:solidFill>
                  <a:schemeClr val="bg1"/>
                </a:solidFill>
              </a:rPr>
              <a:t>3.    </a:t>
            </a:r>
            <a:r>
              <a:rPr lang="de-CH" dirty="0" err="1">
                <a:solidFill>
                  <a:schemeClr val="bg1"/>
                </a:solidFill>
                <a:latin typeface="Brougham" panose="02070409020205020404" pitchFamily="49" charset="0"/>
              </a:rPr>
              <a:t>ir_mV</a:t>
            </a:r>
            <a:r>
              <a:rPr lang="de-CH" dirty="0">
                <a:solidFill>
                  <a:schemeClr val="bg1"/>
                </a:solidFill>
                <a:latin typeface="Brougham" panose="02070409020205020404" pitchFamily="49" charset="0"/>
              </a:rPr>
              <a:t> = </a:t>
            </a:r>
            <a:r>
              <a:rPr lang="de-CH" dirty="0" err="1">
                <a:solidFill>
                  <a:schemeClr val="bg1"/>
                </a:solidFill>
                <a:latin typeface="Brougham" panose="02070409020205020404" pitchFamily="49" charset="0"/>
              </a:rPr>
              <a:t>read</a:t>
            </a:r>
            <a:r>
              <a:rPr lang="de-CH" dirty="0">
                <a:solidFill>
                  <a:schemeClr val="bg1"/>
                </a:solidFill>
                <a:latin typeface="Brougham" panose="02070409020205020404" pitchFamily="49" charset="0"/>
              </a:rPr>
              <a:t>()/3.3*1000;</a:t>
            </a:r>
          </a:p>
          <a:p>
            <a:pPr marL="0" indent="0">
              <a:buNone/>
            </a:pPr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E860BC5E-E0F9-ACB4-A9DE-5E4A36938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554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Brougham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Camille (hurc)</dc:creator>
  <cp:lastModifiedBy>Huber Camille (hurc)</cp:lastModifiedBy>
  <cp:revision>2</cp:revision>
  <dcterms:created xsi:type="dcterms:W3CDTF">2026-02-24T15:37:08Z</dcterms:created>
  <dcterms:modified xsi:type="dcterms:W3CDTF">2026-06-23T11:59:35Z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2026-02-24T15:39:52Z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bc7a904a-c8fa-4e5b-a3fd-e0317ed89159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