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59" r:id="rId5"/>
    <p:sldId id="262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A3D027-E0CF-4338-97B9-A8C1BB6C4768}" v="4" dt="2026-03-03T15:08:16.6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5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ber Camille (hurc)" userId="7955033e-483e-4b5a-ae7e-21b6e229ef7d" providerId="ADAL" clId="{595DB1BC-1660-48F7-83F1-69BFD12B95E8}"/>
    <pc:docChg chg="custSel modSld">
      <pc:chgData name="Huber Camille (hurc)" userId="7955033e-483e-4b5a-ae7e-21b6e229ef7d" providerId="ADAL" clId="{595DB1BC-1660-48F7-83F1-69BFD12B95E8}" dt="2026-03-03T15:08:22.821" v="11" actId="5793"/>
      <pc:docMkLst>
        <pc:docMk/>
      </pc:docMkLst>
      <pc:sldChg chg="modSp mod">
        <pc:chgData name="Huber Camille (hurc)" userId="7955033e-483e-4b5a-ae7e-21b6e229ef7d" providerId="ADAL" clId="{595DB1BC-1660-48F7-83F1-69BFD12B95E8}" dt="2026-03-03T15:08:22.821" v="11" actId="5793"/>
        <pc:sldMkLst>
          <pc:docMk/>
          <pc:sldMk cId="434475590" sldId="257"/>
        </pc:sldMkLst>
        <pc:spChg chg="mod">
          <ac:chgData name="Huber Camille (hurc)" userId="7955033e-483e-4b5a-ae7e-21b6e229ef7d" providerId="ADAL" clId="{595DB1BC-1660-48F7-83F1-69BFD12B95E8}" dt="2026-03-03T15:08:22.821" v="11" actId="5793"/>
          <ac:spMkLst>
            <pc:docMk/>
            <pc:sldMk cId="434475590" sldId="257"/>
            <ac:spMk id="3" creationId="{46FC8CD7-8E64-BE60-CE65-8406C3D0A95E}"/>
          </ac:spMkLst>
        </pc:spChg>
      </pc:sldChg>
      <pc:sldChg chg="modSp mod">
        <pc:chgData name="Huber Camille (hurc)" userId="7955033e-483e-4b5a-ae7e-21b6e229ef7d" providerId="ADAL" clId="{595DB1BC-1660-48F7-83F1-69BFD12B95E8}" dt="2026-02-24T15:53:53.543" v="5" actId="20577"/>
        <pc:sldMkLst>
          <pc:docMk/>
          <pc:sldMk cId="529800335" sldId="259"/>
        </pc:sldMkLst>
        <pc:spChg chg="mod">
          <ac:chgData name="Huber Camille (hurc)" userId="7955033e-483e-4b5a-ae7e-21b6e229ef7d" providerId="ADAL" clId="{595DB1BC-1660-48F7-83F1-69BFD12B95E8}" dt="2026-02-24T15:53:53.543" v="5" actId="20577"/>
          <ac:spMkLst>
            <pc:docMk/>
            <pc:sldMk cId="529800335" sldId="259"/>
            <ac:spMk id="3" creationId="{4CD9F581-AF37-4B7D-8A7C-10C19DEC062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D546D-3E84-D88E-25EF-844D40380E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6E46D96-0F5D-93CC-AE19-97A54DC0FD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F2FA07-56F2-F869-634D-6504B2BFF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BF1E32-7C91-30F7-1174-C7950C97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385B4D-7E48-A6DA-F78E-367BDFC8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5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96CE2-D788-B5DE-DB70-035D6D968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A8CFD1-BC15-5C62-F646-E37175128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909073-FEFC-589F-9466-DC54B421E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1FAD7F-A6DF-8098-5014-A97A6F96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FBA9A3-D7AC-BC3F-BF0C-FB59E18F3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99106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6FBF-61CC-C23F-365E-BC6540F57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EE3AD6-0E24-FD4B-45A2-7F0A17200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5E7B6D-2A8E-6D0C-D7FF-3C1271F39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41A76C-D37F-CA54-3F0D-E3860432D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757685-CDD3-3816-90D3-3A7919FC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29330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03BA56-8F1D-9EA4-DE36-E6A8D246C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507355-1FE3-4FEE-C968-F7FB768C2F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81F1EA-E399-A509-E33E-88A074F8F1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A383999-30E1-6855-3234-085C09D5A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CB73B9-E4BD-9242-C662-D36DA8BB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804A94-9A6E-BB64-1E24-B0258AB6B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8781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3BA49C-DBBA-CA0A-0635-702EF28FF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A2656C-CAAE-A267-155B-4548D54EE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DAA385-9F11-C335-5BD5-8199AC145D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9D0310-42C9-2894-026F-AFE0EAB71E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330C390-676F-2428-5B73-DB5BB1762D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E48BB3-8294-5E58-AD90-22430446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A399B53-B41D-A1B4-88FD-BCCFE6786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FF93425-1BED-2BBF-389E-F2845330A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6264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0CBB66-0F57-8DD4-4EFE-179DA2F65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E4B258-54AC-AA0F-878A-D06CB5D9B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1070699-4014-1BAC-5B97-68370C2DC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88F348F-8FD8-014C-ACEB-F8FFF5988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49708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B6D7F6-92D3-2FF0-6400-1E0337000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B245FF3-5513-9E8D-1820-18E0A1796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4D7D85-BB7A-C257-C7B0-47B588D93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6306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7BC61-2B8F-FED0-F39E-8A2F741D3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495C9F-006A-DF35-D2B4-5EBD7A797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26CC21A-4749-13B0-0EA6-3DE14CE376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C3B5A-19A0-2405-AA4C-0D2CC2021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912E58-3C78-6C78-1B7F-6DB37F3B1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1C90D26-A0CF-8E52-E8BA-AB0FCA694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672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F9ABD-DE95-2D39-0AC6-D073A221E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416D28E-7471-1D24-524A-86CC9A4C62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EA663BC-BB39-7A7E-7B2E-7AD903521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80D9850-5AD9-EAAE-81C6-3A9BCAE34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0020638-6449-7B28-6584-9C8CFE174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DC13F68-C94C-D427-3416-27D04E972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01363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A09365-10FF-AAEB-A46E-9266B2406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B1954D7-0FA6-D579-1AC1-C07691C2C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63EDB3-BA5F-47F7-8C5C-7B3652568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134037-7D39-65A6-507B-3F786F7AF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4FBC3D-0D18-3571-6ADC-9847231E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51871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5F4477-4C72-01B1-7704-E8073B84E8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97CAE07-C6D9-CEB5-EB29-1FD8B1E394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5781D2-D350-5D72-F81A-8885D6F33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6E7B2D-4591-B0B4-CCF6-4604B0236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2463D0-9B1B-C908-8A6E-DADC75566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3099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1FD697C-4731-3A87-7313-CD91B1BAD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EF3C77-9E52-6510-84E9-F9D0EAF52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62F9F5-5A76-D99F-31FD-31ADDAC49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4F00E9-D82E-4084-B41D-78A4468E89BE}" type="datetimeFigureOut">
              <a:rPr lang="de-CH" smtClean="0"/>
              <a:t>03.03.2026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4936A8-0FE9-D1C1-1C7D-306DC8D44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0F0912-AE1A-6F2F-98AE-EB3E3A239A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C86B65-5DCA-4C76-8608-BE726E12FF5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79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AFAF6C34-1548-F424-FF38-5086B8A7A2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0185" y="1419798"/>
            <a:ext cx="6311630" cy="40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5068B7F-4CCC-EFC0-4A01-5F9129C01B56}"/>
              </a:ext>
            </a:extLst>
          </p:cNvPr>
          <p:cNvSpPr txBox="1"/>
          <p:nvPr/>
        </p:nvSpPr>
        <p:spPr>
          <a:xfrm>
            <a:off x="8777280" y="6581001"/>
            <a:ext cx="3414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/>
              <a:t>Quelle: https://de.wikipedia.org/wiki/1,_2_oder_3</a:t>
            </a:r>
          </a:p>
        </p:txBody>
      </p:sp>
    </p:spTree>
    <p:extLst>
      <p:ext uri="{BB962C8B-B14F-4D97-AF65-F5344CB8AC3E}">
        <p14:creationId xmlns:p14="http://schemas.microsoft.com/office/powerpoint/2010/main" val="396766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4A9F15-498B-9A62-8EFE-D81AEC7B8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FC8CD7-8E64-BE60-CE65-8406C3D0A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the purpose of servo calibration (`</a:t>
            </a:r>
            <a:r>
              <a:rPr lang="en-US" dirty="0" err="1"/>
              <a:t>calibratePulseMinMax</a:t>
            </a:r>
            <a:r>
              <a:rPr lang="en-US" dirty="0"/>
              <a:t>`) before normal operation?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514350" indent="-514350">
              <a:buAutoNum type="arabicPeriod"/>
            </a:pPr>
            <a:r>
              <a:rPr lang="en-US" dirty="0"/>
              <a:t>It removes the need for testing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  It helps define states/transitions and catch logic issues early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de-CH" dirty="0"/>
              <a:t>3.   </a:t>
            </a: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guarantees</a:t>
            </a:r>
            <a:r>
              <a:rPr lang="de-CH" dirty="0"/>
              <a:t> bug-</a:t>
            </a:r>
            <a:r>
              <a:rPr lang="de-CH" dirty="0" err="1"/>
              <a:t>free</a:t>
            </a:r>
            <a:r>
              <a:rPr lang="de-CH" dirty="0"/>
              <a:t> </a:t>
            </a:r>
            <a:r>
              <a:rPr lang="de-CH" dirty="0" err="1"/>
              <a:t>implementation</a:t>
            </a:r>
            <a:r>
              <a:rPr lang="de-CH" dirty="0"/>
              <a:t>  </a:t>
            </a:r>
          </a:p>
          <a:p>
            <a:endParaRPr lang="de-CH" dirty="0"/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1B039DBA-6899-A3B2-66BC-5003E2597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50"/>
            <a:ext cx="28575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447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1E63-744E-3604-5B6E-B2DDCB178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2C62D3-A5E3-D928-E6D1-D850A92AB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141EE3-ED78-C9F9-70BA-A1F7C9652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is a flow chart created before coding a robot task?</a:t>
            </a: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  It helps define states/transitions and catch logic issues early</a:t>
            </a:r>
          </a:p>
          <a:p>
            <a:pPr marL="0" indent="0">
              <a:buNone/>
            </a:pPr>
            <a:endParaRPr lang="en-US" dirty="0"/>
          </a:p>
          <a:p>
            <a:endParaRPr lang="de-CH" dirty="0"/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1CBE1A80-3476-3794-568C-A9FCB7C7A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50"/>
            <a:ext cx="28575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4899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D0C48-C114-B68C-7D4C-EE9B120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AEEF3-CDCF-E064-4731-F9474B7CB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D9F581-AF37-4B7D-8A7C-10C19DEC0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Brougham" panose="02070409020205020404" pitchFamily="49" charset="0"/>
              </a:rPr>
              <a:t>AnalogIn.read</a:t>
            </a:r>
            <a:r>
              <a:rPr lang="en-US" dirty="0">
                <a:latin typeface="Brougham" panose="02070409020205020404" pitchFamily="49" charset="0"/>
              </a:rPr>
              <a:t>()</a:t>
            </a:r>
            <a:r>
              <a:rPr lang="en-US" dirty="0"/>
              <a:t> returns 0.0...1.0 . What converts this to millivolts as used in the workshop?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de-CH" dirty="0"/>
              <a:t> </a:t>
            </a:r>
            <a:r>
              <a:rPr lang="de-CH" dirty="0" err="1">
                <a:latin typeface="Brougham" panose="02070409020205020404" pitchFamily="49" charset="0"/>
              </a:rPr>
              <a:t>ir_mV</a:t>
            </a:r>
            <a:r>
              <a:rPr lang="de-CH" dirty="0">
                <a:latin typeface="Brougham" panose="02070409020205020404" pitchFamily="49" charset="0"/>
              </a:rPr>
              <a:t> = </a:t>
            </a:r>
            <a:r>
              <a:rPr lang="en-US" dirty="0" err="1">
                <a:latin typeface="Brougham" panose="02070409020205020404" pitchFamily="49" charset="0"/>
              </a:rPr>
              <a:t>AnalogIn</a:t>
            </a:r>
            <a:r>
              <a:rPr lang="en-US" dirty="0">
                <a:latin typeface="Brougham" panose="02070409020205020404" pitchFamily="49" charset="0"/>
              </a:rPr>
              <a:t>.</a:t>
            </a:r>
            <a:r>
              <a:rPr lang="de-CH" dirty="0" err="1">
                <a:latin typeface="Brougham" panose="02070409020205020404" pitchFamily="49" charset="0"/>
              </a:rPr>
              <a:t>read</a:t>
            </a:r>
            <a:r>
              <a:rPr lang="de-CH" dirty="0">
                <a:latin typeface="Brougham" panose="02070409020205020404" pitchFamily="49" charset="0"/>
              </a:rPr>
              <a:t>()*1000;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   </a:t>
            </a:r>
            <a:r>
              <a:rPr lang="de-CH" dirty="0" err="1">
                <a:latin typeface="Brougham" panose="02070409020205020404" pitchFamily="49" charset="0"/>
              </a:rPr>
              <a:t>ir_mV</a:t>
            </a:r>
            <a:r>
              <a:rPr lang="de-CH" dirty="0">
                <a:latin typeface="Brougham" panose="02070409020205020404" pitchFamily="49" charset="0"/>
              </a:rPr>
              <a:t> = </a:t>
            </a:r>
            <a:r>
              <a:rPr lang="en-US" dirty="0" err="1">
                <a:latin typeface="Brougham" panose="02070409020205020404" pitchFamily="49" charset="0"/>
              </a:rPr>
              <a:t>AnalogIn</a:t>
            </a:r>
            <a:r>
              <a:rPr lang="en-US" dirty="0">
                <a:latin typeface="Brougham" panose="02070409020205020404" pitchFamily="49" charset="0"/>
              </a:rPr>
              <a:t>.</a:t>
            </a:r>
            <a:r>
              <a:rPr lang="de-CH" dirty="0" err="1">
                <a:latin typeface="Brougham" panose="02070409020205020404" pitchFamily="49" charset="0"/>
              </a:rPr>
              <a:t>read</a:t>
            </a:r>
            <a:r>
              <a:rPr lang="de-CH" dirty="0">
                <a:latin typeface="Brougham" panose="02070409020205020404" pitchFamily="49" charset="0"/>
              </a:rPr>
              <a:t>()*3.3*1000;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de-CH" dirty="0"/>
              <a:t>3.    </a:t>
            </a:r>
            <a:r>
              <a:rPr lang="de-CH" dirty="0" err="1">
                <a:latin typeface="Brougham" panose="02070409020205020404" pitchFamily="49" charset="0"/>
              </a:rPr>
              <a:t>ir_mV</a:t>
            </a:r>
            <a:r>
              <a:rPr lang="de-CH" dirty="0">
                <a:latin typeface="Brougham" panose="02070409020205020404" pitchFamily="49" charset="0"/>
              </a:rPr>
              <a:t> = </a:t>
            </a:r>
            <a:r>
              <a:rPr lang="en-US" dirty="0" err="1">
                <a:latin typeface="Brougham" panose="02070409020205020404" pitchFamily="49" charset="0"/>
              </a:rPr>
              <a:t>AnalogIn</a:t>
            </a:r>
            <a:r>
              <a:rPr lang="en-US" dirty="0">
                <a:latin typeface="Brougham" panose="02070409020205020404" pitchFamily="49" charset="0"/>
              </a:rPr>
              <a:t>.</a:t>
            </a:r>
            <a:r>
              <a:rPr lang="de-CH" dirty="0" err="1">
                <a:latin typeface="Brougham" panose="02070409020205020404" pitchFamily="49" charset="0"/>
              </a:rPr>
              <a:t>read</a:t>
            </a:r>
            <a:r>
              <a:rPr lang="de-CH" dirty="0">
                <a:latin typeface="Brougham" panose="02070409020205020404" pitchFamily="49" charset="0"/>
              </a:rPr>
              <a:t>()/3.3*1000;</a:t>
            </a: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F2B13BB5-4E45-4FAD-BBAB-190AD93507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50"/>
            <a:ext cx="28575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9800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F0911-C0BF-9937-10AC-80950778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C2A37-B2CE-4B8B-88CC-144725F1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964EA9-E927-F90B-3C59-D6A3E5BBCA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Brougham" panose="02070409020205020404" pitchFamily="49" charset="0"/>
              </a:rPr>
              <a:t>AnalogIn.read</a:t>
            </a:r>
            <a:r>
              <a:rPr lang="en-US" dirty="0">
                <a:latin typeface="Brougham" panose="02070409020205020404" pitchFamily="49" charset="0"/>
              </a:rPr>
              <a:t>()</a:t>
            </a:r>
            <a:r>
              <a:rPr lang="en-US" dirty="0"/>
              <a:t> returns 0.0...1.0 . What converts this to millivolts as used in the workshop?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de-CH" dirty="0">
                <a:solidFill>
                  <a:schemeClr val="bg1"/>
                </a:solidFill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Brougham" panose="02070409020205020404" pitchFamily="49" charset="0"/>
              </a:rPr>
              <a:t>ir_mV</a:t>
            </a:r>
            <a:r>
              <a:rPr lang="de-CH" dirty="0">
                <a:solidFill>
                  <a:schemeClr val="bg1"/>
                </a:solidFill>
                <a:latin typeface="Brougham" panose="02070409020205020404" pitchFamily="49" charset="0"/>
              </a:rPr>
              <a:t> = </a:t>
            </a:r>
            <a:r>
              <a:rPr lang="de-CH" dirty="0" err="1">
                <a:solidFill>
                  <a:schemeClr val="bg1"/>
                </a:solidFill>
                <a:latin typeface="Brougham" panose="02070409020205020404" pitchFamily="49" charset="0"/>
              </a:rPr>
              <a:t>read</a:t>
            </a:r>
            <a:r>
              <a:rPr lang="de-CH" dirty="0">
                <a:solidFill>
                  <a:schemeClr val="bg1"/>
                </a:solidFill>
                <a:latin typeface="Brougham" panose="02070409020205020404" pitchFamily="49" charset="0"/>
              </a:rPr>
              <a:t>()*1000;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   </a:t>
            </a:r>
            <a:r>
              <a:rPr lang="de-CH" dirty="0" err="1">
                <a:latin typeface="Brougham" panose="02070409020205020404" pitchFamily="49" charset="0"/>
              </a:rPr>
              <a:t>ir_mV</a:t>
            </a:r>
            <a:r>
              <a:rPr lang="de-CH" dirty="0">
                <a:latin typeface="Brougham" panose="02070409020205020404" pitchFamily="49" charset="0"/>
              </a:rPr>
              <a:t> = </a:t>
            </a:r>
            <a:r>
              <a:rPr lang="de-CH" dirty="0" err="1">
                <a:latin typeface="Brougham" panose="02070409020205020404" pitchFamily="49" charset="0"/>
              </a:rPr>
              <a:t>read</a:t>
            </a:r>
            <a:r>
              <a:rPr lang="de-CH" dirty="0">
                <a:latin typeface="Brougham" panose="02070409020205020404" pitchFamily="49" charset="0"/>
              </a:rPr>
              <a:t>()*3.3*1000;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de-CH" dirty="0">
                <a:solidFill>
                  <a:schemeClr val="bg1"/>
                </a:solidFill>
              </a:rPr>
              <a:t>3.    </a:t>
            </a:r>
            <a:r>
              <a:rPr lang="de-CH" dirty="0" err="1">
                <a:solidFill>
                  <a:schemeClr val="bg1"/>
                </a:solidFill>
                <a:latin typeface="Brougham" panose="02070409020205020404" pitchFamily="49" charset="0"/>
              </a:rPr>
              <a:t>ir_mV</a:t>
            </a:r>
            <a:r>
              <a:rPr lang="de-CH" dirty="0">
                <a:solidFill>
                  <a:schemeClr val="bg1"/>
                </a:solidFill>
                <a:latin typeface="Brougham" panose="02070409020205020404" pitchFamily="49" charset="0"/>
              </a:rPr>
              <a:t> = </a:t>
            </a:r>
            <a:r>
              <a:rPr lang="de-CH" dirty="0" err="1">
                <a:solidFill>
                  <a:schemeClr val="bg1"/>
                </a:solidFill>
                <a:latin typeface="Brougham" panose="02070409020205020404" pitchFamily="49" charset="0"/>
              </a:rPr>
              <a:t>read</a:t>
            </a:r>
            <a:r>
              <a:rPr lang="de-CH" dirty="0">
                <a:solidFill>
                  <a:schemeClr val="bg1"/>
                </a:solidFill>
                <a:latin typeface="Brougham" panose="02070409020205020404" pitchFamily="49" charset="0"/>
              </a:rPr>
              <a:t>()/3.3*1000;</a:t>
            </a:r>
          </a:p>
          <a:p>
            <a:pPr marL="0" indent="0">
              <a:buNone/>
            </a:pPr>
            <a:endParaRPr lang="de-CH" dirty="0"/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E860BC5E-E0F9-ACB4-A9DE-5E4A36938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50"/>
            <a:ext cx="2857500" cy="181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7554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</Words>
  <Application>Microsoft Office PowerPoint</Application>
  <PresentationFormat>Breitbild</PresentationFormat>
  <Paragraphs>31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Brougham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Huber Camille (hurc)</dc:creator>
  <cp:lastModifiedBy>Huber Camille (hurc)</cp:lastModifiedBy>
  <cp:revision>1</cp:revision>
  <dcterms:created xsi:type="dcterms:W3CDTF">2026-02-24T15:37:08Z</dcterms:created>
  <dcterms:modified xsi:type="dcterms:W3CDTF">2026-03-03T15:08:25Z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2026-02-24T15:39:52Z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bc7a904a-c8fa-4e5b-a3fd-e0317ed89159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