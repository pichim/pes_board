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57" r:id="rId3"/>
    <p:sldId id="264" r:id="rId4"/>
    <p:sldId id="259" r:id="rId5"/>
    <p:sldId id="265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EE601BD-75C0-47DA-9A1B-754A64B35499}" v="9" dt="2026-03-10T14:54:36.04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5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ber Camille (hurc)" userId="7955033e-483e-4b5a-ae7e-21b6e229ef7d" providerId="ADAL" clId="{595DB1BC-1660-48F7-83F1-69BFD12B95E8}"/>
    <pc:docChg chg="custSel addSld delSld modSld">
      <pc:chgData name="Huber Camille (hurc)" userId="7955033e-483e-4b5a-ae7e-21b6e229ef7d" providerId="ADAL" clId="{595DB1BC-1660-48F7-83F1-69BFD12B95E8}" dt="2026-03-10T14:54:36.045" v="26"/>
      <pc:docMkLst>
        <pc:docMk/>
      </pc:docMkLst>
      <pc:sldChg chg="modSp mod">
        <pc:chgData name="Huber Camille (hurc)" userId="7955033e-483e-4b5a-ae7e-21b6e229ef7d" providerId="ADAL" clId="{595DB1BC-1660-48F7-83F1-69BFD12B95E8}" dt="2026-03-10T14:51:45.835" v="10" actId="27636"/>
        <pc:sldMkLst>
          <pc:docMk/>
          <pc:sldMk cId="434475590" sldId="257"/>
        </pc:sldMkLst>
        <pc:spChg chg="mod">
          <ac:chgData name="Huber Camille (hurc)" userId="7955033e-483e-4b5a-ae7e-21b6e229ef7d" providerId="ADAL" clId="{595DB1BC-1660-48F7-83F1-69BFD12B95E8}" dt="2026-03-10T14:51:45.835" v="10" actId="27636"/>
          <ac:spMkLst>
            <pc:docMk/>
            <pc:sldMk cId="434475590" sldId="257"/>
            <ac:spMk id="3" creationId="{46FC8CD7-8E64-BE60-CE65-8406C3D0A95E}"/>
          </ac:spMkLst>
        </pc:spChg>
      </pc:sldChg>
      <pc:sldChg chg="modSp mod">
        <pc:chgData name="Huber Camille (hurc)" userId="7955033e-483e-4b5a-ae7e-21b6e229ef7d" providerId="ADAL" clId="{595DB1BC-1660-48F7-83F1-69BFD12B95E8}" dt="2026-03-10T14:52:49.129" v="22"/>
        <pc:sldMkLst>
          <pc:docMk/>
          <pc:sldMk cId="529800335" sldId="259"/>
        </pc:sldMkLst>
        <pc:spChg chg="mod">
          <ac:chgData name="Huber Camille (hurc)" userId="7955033e-483e-4b5a-ae7e-21b6e229ef7d" providerId="ADAL" clId="{595DB1BC-1660-48F7-83F1-69BFD12B95E8}" dt="2026-03-10T14:52:49.129" v="22"/>
          <ac:spMkLst>
            <pc:docMk/>
            <pc:sldMk cId="529800335" sldId="259"/>
            <ac:spMk id="3" creationId="{4CD9F581-AF37-4B7D-8A7C-10C19DEC0625}"/>
          </ac:spMkLst>
        </pc:spChg>
      </pc:sldChg>
      <pc:sldChg chg="del">
        <pc:chgData name="Huber Camille (hurc)" userId="7955033e-483e-4b5a-ae7e-21b6e229ef7d" providerId="ADAL" clId="{595DB1BC-1660-48F7-83F1-69BFD12B95E8}" dt="2026-03-10T14:53:07.755" v="23" actId="47"/>
        <pc:sldMkLst>
          <pc:docMk/>
          <pc:sldMk cId="1902542404" sldId="262"/>
        </pc:sldMkLst>
      </pc:sldChg>
      <pc:sldChg chg="del">
        <pc:chgData name="Huber Camille (hurc)" userId="7955033e-483e-4b5a-ae7e-21b6e229ef7d" providerId="ADAL" clId="{595DB1BC-1660-48F7-83F1-69BFD12B95E8}" dt="2026-03-10T14:51:51.953" v="12" actId="47"/>
        <pc:sldMkLst>
          <pc:docMk/>
          <pc:sldMk cId="1204169440" sldId="263"/>
        </pc:sldMkLst>
      </pc:sldChg>
      <pc:sldChg chg="modSp add mod modTransition">
        <pc:chgData name="Huber Camille (hurc)" userId="7955033e-483e-4b5a-ae7e-21b6e229ef7d" providerId="ADAL" clId="{595DB1BC-1660-48F7-83F1-69BFD12B95E8}" dt="2026-03-10T14:54:36.045" v="26"/>
        <pc:sldMkLst>
          <pc:docMk/>
          <pc:sldMk cId="1452920812" sldId="264"/>
        </pc:sldMkLst>
        <pc:spChg chg="mod">
          <ac:chgData name="Huber Camille (hurc)" userId="7955033e-483e-4b5a-ae7e-21b6e229ef7d" providerId="ADAL" clId="{595DB1BC-1660-48F7-83F1-69BFD12B95E8}" dt="2026-03-10T14:52:11.581" v="14" actId="207"/>
          <ac:spMkLst>
            <pc:docMk/>
            <pc:sldMk cId="1452920812" sldId="264"/>
            <ac:spMk id="3" creationId="{10245E58-E0A3-999F-622A-FE8AA2852430}"/>
          </ac:spMkLst>
        </pc:spChg>
      </pc:sldChg>
      <pc:sldChg chg="modSp add mod modTransition">
        <pc:chgData name="Huber Camille (hurc)" userId="7955033e-483e-4b5a-ae7e-21b6e229ef7d" providerId="ADAL" clId="{595DB1BC-1660-48F7-83F1-69BFD12B95E8}" dt="2026-03-10T14:54:36.045" v="26"/>
        <pc:sldMkLst>
          <pc:docMk/>
          <pc:sldMk cId="253112312" sldId="265"/>
        </pc:sldMkLst>
        <pc:spChg chg="mod">
          <ac:chgData name="Huber Camille (hurc)" userId="7955033e-483e-4b5a-ae7e-21b6e229ef7d" providerId="ADAL" clId="{595DB1BC-1660-48F7-83F1-69BFD12B95E8}" dt="2026-03-10T14:53:17.199" v="25" actId="207"/>
          <ac:spMkLst>
            <pc:docMk/>
            <pc:sldMk cId="253112312" sldId="265"/>
            <ac:spMk id="3" creationId="{7907F17E-F5C8-0E2A-9862-E3A6D8E9B05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4D546D-3E84-D88E-25EF-844D40380E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6E46D96-0F5D-93CC-AE19-97A54DC0FD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BF2FA07-56F2-F869-634D-6504B2BFFA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4BF1E32-7C91-30F7-1174-C7950C975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4385B4D-7E48-A6DA-F78E-367BDFC85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113750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B96CE2-D788-B5DE-DB70-035D6D968B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A8CFD1-BC15-5C62-F646-E371751288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A909073-FEFC-589F-9466-DC54B421E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E1FAD7F-A6DF-8098-5014-A97A6F96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1FBA9A3-D7AC-BC3F-BF0C-FB59E18F33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299106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7DE6FBF-61CC-C23F-365E-BC6540F57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FEE3AD6-0E24-FD4B-45A2-7F0A17200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5E7B6D-2A8E-6D0C-D7FF-3C1271F39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D41A76C-D37F-CA54-3F0D-E3860432D2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A757685-CDD3-3816-90D3-3A7919FC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629330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D03BA56-8F1D-9EA4-DE36-E6A8D246C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6507355-1FE3-4FEE-C968-F7FB768C2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3481F1EA-E399-A509-E33E-88A074F8F1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A383999-30E1-6855-3234-085C09D5A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BCB73B9-E4BD-9242-C662-D36DA8BBC7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9804A94-9A6E-BB64-1E24-B0258AB6B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3587812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E3BA49C-DBBA-CA0A-0635-702EF28F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F5A2656C-CAAE-A267-155B-4548D54EED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DDAA385-9F11-C335-5BD5-8199AC145D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19D0310-42C9-2894-026F-AFE0EAB71E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2330C390-676F-2428-5B73-DB5BB1762D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EE48BB3-8294-5E58-AD90-22430446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FA399B53-B41D-A1B4-88FD-BCCFE67867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0FF93425-1BED-2BBF-389E-F2845330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8462648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10CBB66-0F57-8DD4-4EFE-179DA2F65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1DE4B258-54AC-AA0F-878A-D06CB5D9B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1070699-4014-1BAC-5B97-68370C2DC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88F348F-8FD8-014C-ACEB-F8FFF5988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549708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6EB6D7F6-92D3-2FF0-6400-1E0337000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B245FF3-5513-9E8D-1820-18E0A1796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A4D7D85-BB7A-C257-C7B0-47B588D93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663062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17BC61-2B8F-FED0-F39E-8A2F741D3D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495C9F-006A-DF35-D2B4-5EBD7A7970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6CC21A-4749-13B0-0EA6-3DE14CE376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9C3B5A-19A0-2405-AA4C-0D2CC2021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C912E58-3C78-6C78-1B7F-6DB37F3B1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1C90D26-A0CF-8E52-E8BA-AB0FCA694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567248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3F9ABD-DE95-2D39-0AC6-D073A221E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8416D28E-7471-1D24-524A-86CC9A4C62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CH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EA663BC-BB39-7A7E-7B2E-7AD903521F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80D9850-5AD9-EAAE-81C6-3A9BCAE34B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0020638-6449-7B28-6584-9C8CFE1749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DC13F68-C94C-D427-3416-27D04E972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9013633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6A09365-10FF-AAEB-A46E-9266B2406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8B1954D7-0FA6-D579-1AC1-C07691C2C7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863EDB3-BA5F-47F7-8C5C-7B36525682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3134037-7D39-65A6-507B-3F786F7AF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24FBC3D-0D18-3571-6ADC-9847231E0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518710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25F4477-4C72-01B1-7704-E8073B84E80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97CAE07-C6D9-CEB5-EB29-1FD8B1E394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75781D2-D350-5D72-F81A-8885D6F33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A6E7B2D-4591-B0B4-CCF6-4604B0236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2463D0-9B1B-C908-8A6E-DADC75566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2309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1FD697C-4731-3A87-7313-CD91B1BAD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CH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DEF3C77-9E52-6510-84E9-F9D0EAF522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CH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862F9F5-5A76-D99F-31FD-31ADDAC496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F4F00E9-D82E-4084-B41D-78A4468E89BE}" type="datetimeFigureOut">
              <a:rPr lang="de-CH" smtClean="0"/>
              <a:t>10.03.2026</a:t>
            </a:fld>
            <a:endParaRPr lang="de-CH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936A8-0FE9-D1C1-1C7D-306DC8D44C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CH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00F0912-AE1A-6F2F-98AE-EB3E3A239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7C86B65-5DCA-4C76-8608-BE726E12FF55}" type="slidenum">
              <a:rPr lang="de-CH" smtClean="0"/>
              <a:t>‹Nr.›</a:t>
            </a:fld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44797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6">
            <a:extLst>
              <a:ext uri="{FF2B5EF4-FFF2-40B4-BE49-F238E27FC236}">
                <a16:creationId xmlns:a16="http://schemas.microsoft.com/office/drawing/2014/main" id="{AFAF6C34-1548-F424-FF38-5086B8A7A2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0185" y="1419798"/>
            <a:ext cx="6311630" cy="40184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feld 4">
            <a:extLst>
              <a:ext uri="{FF2B5EF4-FFF2-40B4-BE49-F238E27FC236}">
                <a16:creationId xmlns:a16="http://schemas.microsoft.com/office/drawing/2014/main" id="{C5068B7F-4CCC-EFC0-4A01-5F9129C01B56}"/>
              </a:ext>
            </a:extLst>
          </p:cNvPr>
          <p:cNvSpPr txBox="1"/>
          <p:nvPr/>
        </p:nvSpPr>
        <p:spPr>
          <a:xfrm>
            <a:off x="8777280" y="6581001"/>
            <a:ext cx="34147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CH" sz="1200" dirty="0"/>
              <a:t>Quelle: https://de.wikipedia.org/wiki/1,_2_oder_3</a:t>
            </a:r>
          </a:p>
        </p:txBody>
      </p:sp>
    </p:spTree>
    <p:extLst>
      <p:ext uri="{BB962C8B-B14F-4D97-AF65-F5344CB8AC3E}">
        <p14:creationId xmlns:p14="http://schemas.microsoft.com/office/powerpoint/2010/main" val="3967660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14A9F15-498B-9A62-8EFE-D81AEC7B8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6FC8CD7-8E64-BE60-CE65-8406C3D0A9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want smoother, bounded-acceleration motion before running the can-crusher state machine. What should you do?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r>
              <a:rPr lang="en-US" dirty="0"/>
              <a:t>Enable the motion planner and reduce the main loop period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Enable the motion planner and limit max acceleration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Clamp the target rotation range to a smaller interval</a:t>
            </a:r>
            <a:endParaRPr lang="de-CH" dirty="0"/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1B039DBA-6899-A3B2-66BC-5003E25971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4475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9B737-BCA3-5BDA-60B3-E80A70581C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1EF8CD-B73F-2CE1-8A76-47A7D87B2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0245E58-E0A3-999F-622A-FE8AA2852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You want smoother, bounded-acceleration motion before running the can-crusher state machine. What should you do?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Enable the motion planner and reduce the main loop period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/>
              <a:t>Enable the motion planner and limit max acceleration</a:t>
            </a:r>
          </a:p>
          <a:p>
            <a:pPr marL="514350" indent="-514350">
              <a:buAutoNum type="arabicPeriod"/>
            </a:pPr>
            <a:endParaRPr lang="en-US" dirty="0"/>
          </a:p>
          <a:p>
            <a:pPr marL="514350" indent="-51435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Clamp the target rotation range to a smaller interval</a:t>
            </a:r>
            <a:endParaRPr lang="de-CH" dirty="0">
              <a:solidFill>
                <a:schemeClr val="bg1"/>
              </a:solidFill>
            </a:endParaRPr>
          </a:p>
          <a:p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B966066A-7161-5B48-2DDB-166012B650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2920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CD0C48-C114-B68C-7D4C-EE9B12029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CAEEF3-CDCF-E064-4731-F9474B7CB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CD9F581-AF37-4B7D-8A7C-10C19DEC0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an EMERGENCY stop and USER-button reset, why do we reset motion-planner internal state (position/velocity) and re-enable it?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/>
              <a:t> </a:t>
            </a:r>
            <a:r>
              <a:rPr lang="en-US" dirty="0"/>
              <a:t>To avoid stale planner states and ensure predictable next motion cycle</a:t>
            </a: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To re-zero the encoder count to prevent wraparound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/>
              <a:t>To increase the PWM frequency for smoother motion</a:t>
            </a:r>
            <a:endParaRPr lang="de-CH" dirty="0"/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F2B13BB5-4E45-4FAD-BBAB-190AD93507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98003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18F45-912F-1E53-E516-61F0DBD6E0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FC86227-6C60-02A4-0E33-E2085549E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907F17E-F5C8-0E2A-9862-E3A6D8E9B0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After an EMERGENCY stop and USER-button reset, why do we reset motion-planner internal state (position/velocity) and re-enable it?</a:t>
            </a:r>
            <a:endParaRPr lang="de-CH" dirty="0"/>
          </a:p>
          <a:p>
            <a:pPr marL="0" indent="0">
              <a:buNone/>
            </a:pPr>
            <a:endParaRPr lang="de-CH" dirty="0"/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de-CH" dirty="0"/>
              <a:t> </a:t>
            </a:r>
            <a:r>
              <a:rPr lang="en-US" dirty="0"/>
              <a:t>To avoid stale planner states and ensure predictable next motion cycle</a:t>
            </a: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de-CH" dirty="0">
              <a:latin typeface="Brougham" panose="02070409020205020404" pitchFamily="49" charset="0"/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To re-zero the encoder count to prevent wraparound</a:t>
            </a:r>
          </a:p>
          <a:p>
            <a:pPr marL="514350" indent="-514350">
              <a:buFont typeface="Arial" panose="020B0604020202020204" pitchFamily="34" charset="0"/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514350" indent="-514350">
              <a:buFont typeface="Arial" panose="020B0604020202020204" pitchFamily="34" charset="0"/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To increase the PWM frequency for smoother motion</a:t>
            </a:r>
            <a:endParaRPr lang="de-CH" dirty="0">
              <a:solidFill>
                <a:schemeClr val="bg1"/>
              </a:solidFill>
            </a:endParaRPr>
          </a:p>
        </p:txBody>
      </p:sp>
      <p:pic>
        <p:nvPicPr>
          <p:cNvPr id="9" name="Picture 6">
            <a:extLst>
              <a:ext uri="{FF2B5EF4-FFF2-40B4-BE49-F238E27FC236}">
                <a16:creationId xmlns:a16="http://schemas.microsoft.com/office/drawing/2014/main" id="{ABBFCFDD-A80A-2012-9250-1A1993FDEA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6350"/>
            <a:ext cx="2857500" cy="1819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123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215</Words>
  <Application>Microsoft Office PowerPoint</Application>
  <PresentationFormat>Breitbild</PresentationFormat>
  <Paragraphs>31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Brougham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Huber Camille (hurc)</dc:creator>
  <cp:lastModifiedBy>Huber Camille (hurc)</cp:lastModifiedBy>
  <cp:revision>3</cp:revision>
  <dcterms:created xsi:type="dcterms:W3CDTF">2026-02-24T15:37:08Z</dcterms:created>
  <dcterms:modified xsi:type="dcterms:W3CDTF">2026-03-10T14:54:37Z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0d9bad3-6dac-4e9a-89a3-89f3b8d247b2_Enabled">
    <vt:lpwstr>true</vt:lpwstr>
  </property>
  <property fmtid="{D5CDD505-2E9C-101B-9397-08002B2CF9AE}" pid="3" name="MSIP_Label_10d9bad3-6dac-4e9a-89a3-89f3b8d247b2_SetDate">
    <vt:lpwstr>2026-02-24T15:39:52Z</vt:lpwstr>
  </property>
  <property fmtid="{D5CDD505-2E9C-101B-9397-08002B2CF9AE}" pid="4" name="MSIP_Label_10d9bad3-6dac-4e9a-89a3-89f3b8d247b2_Method">
    <vt:lpwstr>Standard</vt:lpwstr>
  </property>
  <property fmtid="{D5CDD505-2E9C-101B-9397-08002B2CF9AE}" pid="5" name="MSIP_Label_10d9bad3-6dac-4e9a-89a3-89f3b8d247b2_Name">
    <vt:lpwstr>10d9bad3-6dac-4e9a-89a3-89f3b8d247b2</vt:lpwstr>
  </property>
  <property fmtid="{D5CDD505-2E9C-101B-9397-08002B2CF9AE}" pid="6" name="MSIP_Label_10d9bad3-6dac-4e9a-89a3-89f3b8d247b2_SiteId">
    <vt:lpwstr>5d1a9f9d-201f-4a10-b983-451cf65cbc1e</vt:lpwstr>
  </property>
  <property fmtid="{D5CDD505-2E9C-101B-9397-08002B2CF9AE}" pid="7" name="MSIP_Label_10d9bad3-6dac-4e9a-89a3-89f3b8d247b2_ActionId">
    <vt:lpwstr>bc7a904a-c8fa-4e5b-a3fd-e0317ed89159</vt:lpwstr>
  </property>
  <property fmtid="{D5CDD505-2E9C-101B-9397-08002B2CF9AE}" pid="8" name="MSIP_Label_10d9bad3-6dac-4e9a-89a3-89f3b8d247b2_ContentBits">
    <vt:lpwstr>0</vt:lpwstr>
  </property>
  <property fmtid="{D5CDD505-2E9C-101B-9397-08002B2CF9AE}" pid="9" name="MSIP_Label_10d9bad3-6dac-4e9a-89a3-89f3b8d247b2_Tag">
    <vt:lpwstr>10, 3, 0, 1</vt:lpwstr>
  </property>
</Properties>
</file>